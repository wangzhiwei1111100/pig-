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344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7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35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572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1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82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72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7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9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01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AF2EA-035B-4FFD-9166-ACC776CEB632}" type="datetimeFigureOut">
              <a:rPr lang="zh-CN" altLang="en-US" smtClean="0"/>
              <a:t>2020/12/31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2CDEB-20E1-4A85-9FA5-04FF96AD62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37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377387" y="1967697"/>
            <a:ext cx="1215342" cy="868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controller</a:t>
            </a:r>
            <a:endParaRPr lang="zh-CN" altLang="en-US" dirty="0"/>
          </a:p>
        </p:txBody>
      </p:sp>
      <p:cxnSp>
        <p:nvCxnSpPr>
          <p:cNvPr id="8" name="直接箭头连接符 7"/>
          <p:cNvCxnSpPr>
            <a:stCxn id="6" idx="3"/>
          </p:cNvCxnSpPr>
          <p:nvPr/>
        </p:nvCxnSpPr>
        <p:spPr>
          <a:xfrm flipV="1">
            <a:off x="2592729" y="2395960"/>
            <a:ext cx="2482770" cy="5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835797" y="2113437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调用</a:t>
            </a:r>
            <a:r>
              <a:rPr lang="en-US" altLang="zh-CN" dirty="0" smtClean="0"/>
              <a:t>service</a:t>
            </a:r>
            <a:r>
              <a:rPr lang="zh-CN" altLang="en-US" dirty="0" smtClean="0"/>
              <a:t>中方法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058137" y="1974540"/>
            <a:ext cx="1134319" cy="861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service</a:t>
            </a:r>
            <a:endParaRPr lang="zh-CN" altLang="en-US" dirty="0"/>
          </a:p>
        </p:txBody>
      </p:sp>
      <p:cxnSp>
        <p:nvCxnSpPr>
          <p:cNvPr id="13" name="直接箭头连接符 12"/>
          <p:cNvCxnSpPr>
            <a:stCxn id="12" idx="3"/>
          </p:cNvCxnSpPr>
          <p:nvPr/>
        </p:nvCxnSpPr>
        <p:spPr>
          <a:xfrm flipV="1">
            <a:off x="6192456" y="2395960"/>
            <a:ext cx="1655179" cy="9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951808" y="4201611"/>
            <a:ext cx="1134319" cy="861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mapper</a:t>
            </a:r>
            <a:endParaRPr lang="zh-CN" altLang="en-US" dirty="0"/>
          </a:p>
        </p:txBody>
      </p:sp>
      <p:cxnSp>
        <p:nvCxnSpPr>
          <p:cNvPr id="19" name="直接箭头连接符 18"/>
          <p:cNvCxnSpPr>
            <a:stCxn id="18" idx="1"/>
            <a:endCxn id="40" idx="3"/>
          </p:cNvCxnSpPr>
          <p:nvPr/>
        </p:nvCxnSpPr>
        <p:spPr>
          <a:xfrm flipH="1" flipV="1">
            <a:off x="3219965" y="4620667"/>
            <a:ext cx="4731843" cy="11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7893934" y="1974540"/>
            <a:ext cx="1319513" cy="861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serviceiml</a:t>
            </a:r>
            <a:endParaRPr lang="zh-CN" altLang="en-US" dirty="0"/>
          </a:p>
        </p:txBody>
      </p:sp>
      <p:cxnSp>
        <p:nvCxnSpPr>
          <p:cNvPr id="21" name="直接箭头连接符 20"/>
          <p:cNvCxnSpPr>
            <a:stCxn id="20" idx="2"/>
          </p:cNvCxnSpPr>
          <p:nvPr/>
        </p:nvCxnSpPr>
        <p:spPr>
          <a:xfrm>
            <a:off x="8553691" y="2835799"/>
            <a:ext cx="5788" cy="1365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395012" y="2072794"/>
            <a:ext cx="149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Ctrl+Alt</a:t>
            </a:r>
            <a:r>
              <a:rPr lang="en-US" altLang="zh-CN" dirty="0" smtClean="0"/>
              <a:t>+</a:t>
            </a:r>
            <a:r>
              <a:rPr lang="zh-CN" altLang="en-US" dirty="0" smtClean="0"/>
              <a:t>点击查看实现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832904" y="2474618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getMainpage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6347265" y="2623445"/>
            <a:ext cx="222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getMainpage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636161" y="3227862"/>
            <a:ext cx="222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getMainpage</a:t>
            </a:r>
            <a:r>
              <a:rPr lang="zh-CN" altLang="en-US" dirty="0" smtClean="0"/>
              <a:t>中的</a:t>
            </a:r>
            <a:r>
              <a:rPr lang="en-US" altLang="zh-CN" dirty="0" err="1" smtClean="0"/>
              <a:t>getDetailPage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4509721" y="4286056"/>
            <a:ext cx="4599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去</a:t>
            </a:r>
            <a:r>
              <a:rPr lang="en-US" altLang="zh-CN" dirty="0" smtClean="0"/>
              <a:t>mpper.xml</a:t>
            </a:r>
            <a:r>
              <a:rPr lang="zh-CN" altLang="en-US" dirty="0" smtClean="0"/>
              <a:t>中</a:t>
            </a:r>
            <a:r>
              <a:rPr lang="en-US" altLang="zh-CN" dirty="0" smtClean="0"/>
              <a:t>Id=</a:t>
            </a:r>
            <a:r>
              <a:rPr lang="en-US" altLang="zh-CN" dirty="0" err="1" smtClean="0"/>
              <a:t>getDetailPage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2085646" y="4190037"/>
            <a:ext cx="1134319" cy="8612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Mapper.xml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1215340" y="5147185"/>
            <a:ext cx="3611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对应的</a:t>
            </a:r>
            <a:r>
              <a:rPr lang="en-US" altLang="zh-CN" dirty="0" smtClean="0"/>
              <a:t>&lt; Select &gt;&lt;/ Select &gt;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8" name="椭圆 47"/>
          <p:cNvSpPr/>
          <p:nvPr/>
        </p:nvSpPr>
        <p:spPr>
          <a:xfrm>
            <a:off x="4509721" y="3123786"/>
            <a:ext cx="1289756" cy="9659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dirty="0" smtClean="0"/>
              <a:t>entity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976487" y="386120"/>
            <a:ext cx="71096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后端添加检索功能说明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46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王志伟/工程数字技术应用中心/工程技术公司/海油发展</dc:creator>
  <cp:lastModifiedBy>王志伟/工程数字技术应用中心/工程技术公司/海油发展</cp:lastModifiedBy>
  <cp:revision>4</cp:revision>
  <dcterms:created xsi:type="dcterms:W3CDTF">2020-12-31T01:51:42Z</dcterms:created>
  <dcterms:modified xsi:type="dcterms:W3CDTF">2020-12-31T02:05:42Z</dcterms:modified>
</cp:coreProperties>
</file>